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60" d="100"/>
          <a:sy n="60" d="100"/>
        </p:scale>
        <p:origin x="1460" y="4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2843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685800" y="1645920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Brain Slice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685800" y="2514600"/>
            <a:ext cx="7772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Reorientation Pipeline</a:t>
            </a:r>
            <a:endParaRPr lang="en-US" sz="44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Pipeline Design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274320" y="960120"/>
            <a:ext cx="1554480" cy="3291840"/>
          </a:xfrm>
          <a:prstGeom prst="rect">
            <a:avLst/>
          </a:prstGeom>
          <a:solidFill>
            <a:srgbClr val="1A1A1A"/>
          </a:solidFill>
          <a:ln w="1270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1554480" cy="54864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12700">
            <a:solidFill>
              <a:schemeClr val="accent6">
                <a:lumMod val="40000"/>
                <a:lumOff val="60000"/>
              </a:schemeClr>
            </a:solidFill>
            <a:prstDash val="solid"/>
          </a:ln>
        </p:spPr>
        <p:txBody>
          <a:bodyPr/>
          <a:lstStyle/>
          <a:p>
            <a:endParaRPr lang="en-US">
              <a:solidFill>
                <a:schemeClr val="accent6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384048" y="1097280"/>
            <a:ext cx="13350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600" dirty="0">
              <a:solidFill>
                <a:schemeClr val="accent6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384048" y="1554480"/>
            <a:ext cx="13350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&amp; Normalise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84048" y="2057400"/>
            <a:ext cx="1335024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PNG / TIFF / CZI → float32 [0,1]. Polarity detection: compare central vs corner medians to determine if tissue is bright or dark.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011680" y="960120"/>
            <a:ext cx="1554480" cy="3291840"/>
          </a:xfrm>
          <a:prstGeom prst="rect">
            <a:avLst/>
          </a:prstGeom>
          <a:solidFill>
            <a:srgbClr val="1A1A1A"/>
          </a:solidFill>
          <a:ln w="1270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2011680" y="960120"/>
            <a:ext cx="1554480" cy="54864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12700">
            <a:solidFill>
              <a:schemeClr val="accent6">
                <a:lumMod val="40000"/>
                <a:lumOff val="60000"/>
              </a:schemeClr>
            </a:solidFill>
            <a:prstDash val="solid"/>
          </a:ln>
        </p:spPr>
        <p:txBody>
          <a:bodyPr/>
          <a:lstStyle/>
          <a:p>
            <a:endParaRPr lang="en-US">
              <a:solidFill>
                <a:schemeClr val="accent6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10" name="Text 8"/>
          <p:cNvSpPr/>
          <p:nvPr/>
        </p:nvSpPr>
        <p:spPr>
          <a:xfrm>
            <a:off x="2121408" y="1097280"/>
            <a:ext cx="13350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600" dirty="0">
              <a:solidFill>
                <a:schemeClr val="accent6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11" name="Text 9"/>
          <p:cNvSpPr/>
          <p:nvPr/>
        </p:nvSpPr>
        <p:spPr>
          <a:xfrm>
            <a:off x="2121408" y="1554480"/>
            <a:ext cx="13350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Tissue Mask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121408" y="2057400"/>
            <a:ext cx="1335024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 threshold (fallback Otsu), morphological closing, fill holes. Keep up to 3 largest connected components.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749040" y="960120"/>
            <a:ext cx="1554480" cy="3291840"/>
          </a:xfrm>
          <a:prstGeom prst="rect">
            <a:avLst/>
          </a:prstGeom>
          <a:solidFill>
            <a:srgbClr val="1A1A1A"/>
          </a:solidFill>
          <a:ln w="1270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749040" y="960120"/>
            <a:ext cx="1554480" cy="54864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12700">
            <a:solidFill>
              <a:schemeClr val="accent6">
                <a:lumMod val="40000"/>
                <a:lumOff val="60000"/>
              </a:schemeClr>
            </a:solidFill>
            <a:prstDash val="solid"/>
          </a:ln>
        </p:spPr>
        <p:txBody>
          <a:bodyPr/>
          <a:lstStyle/>
          <a:p>
            <a:endParaRPr lang="en-US">
              <a:solidFill>
                <a:schemeClr val="accent6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15" name="Text 13"/>
          <p:cNvSpPr/>
          <p:nvPr/>
        </p:nvSpPr>
        <p:spPr>
          <a:xfrm>
            <a:off x="3858768" y="1097280"/>
            <a:ext cx="13350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600" dirty="0">
              <a:solidFill>
                <a:schemeClr val="accent6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16" name="Text 14"/>
          <p:cNvSpPr/>
          <p:nvPr/>
        </p:nvSpPr>
        <p:spPr>
          <a:xfrm>
            <a:off x="3858768" y="1554480"/>
            <a:ext cx="13350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Atlas Match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858768" y="2057400"/>
            <a:ext cx="1335024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MNI152NLin2009cAsym T1w atlas. 15–25 candidate slices per axis. Fast NCC pre-screen → top-3 → full per-rotation NCC.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486400" y="960120"/>
            <a:ext cx="1554480" cy="3291840"/>
          </a:xfrm>
          <a:prstGeom prst="rect">
            <a:avLst/>
          </a:prstGeom>
          <a:solidFill>
            <a:srgbClr val="1A1A1A"/>
          </a:solidFill>
          <a:ln w="1270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5486400" y="960120"/>
            <a:ext cx="1554480" cy="54864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12700">
            <a:solidFill>
              <a:schemeClr val="accent6">
                <a:lumMod val="40000"/>
                <a:lumOff val="60000"/>
              </a:schemeClr>
            </a:solidFill>
            <a:prstDash val="solid"/>
          </a:ln>
        </p:spPr>
        <p:txBody>
          <a:bodyPr/>
          <a:lstStyle/>
          <a:p>
            <a:endParaRPr lang="en-US">
              <a:solidFill>
                <a:schemeClr val="accent6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20" name="Text 18"/>
          <p:cNvSpPr/>
          <p:nvPr/>
        </p:nvSpPr>
        <p:spPr>
          <a:xfrm>
            <a:off x="5596128" y="1097280"/>
            <a:ext cx="13350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600" dirty="0">
              <a:solidFill>
                <a:schemeClr val="accent6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21" name="Text 19"/>
          <p:cNvSpPr/>
          <p:nvPr/>
        </p:nvSpPr>
        <p:spPr>
          <a:xfrm>
            <a:off x="5596128" y="1554480"/>
            <a:ext cx="13350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 Rotation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596128" y="2057400"/>
            <a:ext cx="1335024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each 90° rotation: symmetry score + top-wider-than-bottom criterion. Winner recorded with NCC margin over 2nd-best.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7223760" y="960120"/>
            <a:ext cx="1554480" cy="3291840"/>
          </a:xfrm>
          <a:prstGeom prst="rect">
            <a:avLst/>
          </a:prstGeom>
          <a:solidFill>
            <a:srgbClr val="1A1A1A"/>
          </a:solidFill>
          <a:ln w="1270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7223760" y="960120"/>
            <a:ext cx="1554480" cy="54864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12700">
            <a:solidFill>
              <a:schemeClr val="accent6">
                <a:lumMod val="40000"/>
                <a:lumOff val="60000"/>
              </a:schemeClr>
            </a:solidFill>
            <a:prstDash val="solid"/>
          </a:ln>
        </p:spPr>
        <p:txBody>
          <a:bodyPr/>
          <a:lstStyle/>
          <a:p>
            <a:endParaRPr lang="en-US">
              <a:solidFill>
                <a:schemeClr val="accent6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25" name="Text 23"/>
          <p:cNvSpPr/>
          <p:nvPr/>
        </p:nvSpPr>
        <p:spPr>
          <a:xfrm>
            <a:off x="7333488" y="1097280"/>
            <a:ext cx="13350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600" dirty="0">
              <a:solidFill>
                <a:schemeClr val="accent6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26" name="Text 24"/>
          <p:cNvSpPr/>
          <p:nvPr/>
        </p:nvSpPr>
        <p:spPr>
          <a:xfrm>
            <a:off x="7333488" y="1554480"/>
            <a:ext cx="13350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Flip Resolve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333488" y="2057400"/>
            <a:ext cx="1335024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Coronal/axial: geometric landmark (top-heavy + symmetric). Sagittal: NCC + cerebellum bottom-right landmark check.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Geometric Landmarks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20040" y="1005840"/>
            <a:ext cx="2606040" cy="3657600"/>
          </a:xfrm>
          <a:prstGeom prst="rect">
            <a:avLst/>
          </a:prstGeom>
          <a:solidFill>
            <a:srgbClr val="1A1A1A"/>
          </a:solidFill>
          <a:ln w="1270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320040" y="1005840"/>
            <a:ext cx="2606040" cy="54864"/>
          </a:xfrm>
          <a:prstGeom prst="rect">
            <a:avLst/>
          </a:prstGeom>
          <a:solidFill>
            <a:schemeClr val="accent6">
              <a:lumMod val="75000"/>
            </a:schemeClr>
          </a:solidFill>
          <a:ln w="12700">
            <a:solidFill>
              <a:schemeClr val="accent6">
                <a:lumMod val="75000"/>
              </a:scheme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19684" y="1176528"/>
            <a:ext cx="914400" cy="310896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AXIAL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48056" y="1618488"/>
            <a:ext cx="23500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Top-Heavy Brain + Bilateral Symmetry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77240" y="2240280"/>
            <a:ext cx="202082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each 90° rotation by whether top half is wider than bottom (cerebrum &gt; cerebellum)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48056" y="3017520"/>
            <a:ext cx="256032" cy="256032"/>
          </a:xfrm>
          <a:prstGeom prst="ellipse">
            <a:avLst/>
          </a:prstGeom>
          <a:solidFill>
            <a:schemeClr val="accent6">
              <a:lumMod val="75000"/>
            </a:schemeClr>
          </a:solidFill>
          <a:ln w="12700">
            <a:solidFill>
              <a:schemeClr val="accent6">
                <a:lumMod val="75000"/>
              </a:scheme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48056" y="301752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77240" y="3017520"/>
            <a:ext cx="202082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Among top-heavy candidates, pick the rotation with highest bilateral symmetry score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48056" y="3794760"/>
            <a:ext cx="256032" cy="256032"/>
          </a:xfrm>
          <a:prstGeom prst="ellipse">
            <a:avLst/>
          </a:prstGeom>
          <a:solidFill>
            <a:schemeClr val="accent6">
              <a:lumMod val="75000"/>
            </a:schemeClr>
          </a:solidFill>
          <a:ln w="12700">
            <a:solidFill>
              <a:schemeClr val="accent6">
                <a:lumMod val="75000"/>
              </a:scheme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48056" y="379476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777240" y="3794760"/>
            <a:ext cx="202082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flip step: axial views are left–right symmetric by convention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127248" y="1005840"/>
            <a:ext cx="2606040" cy="3657600"/>
          </a:xfrm>
          <a:prstGeom prst="rect">
            <a:avLst/>
          </a:prstGeom>
          <a:solidFill>
            <a:srgbClr val="1A1A1A"/>
          </a:solidFill>
          <a:ln w="1270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3127248" y="1005840"/>
            <a:ext cx="2606040" cy="54864"/>
          </a:xfrm>
          <a:prstGeom prst="rect">
            <a:avLst/>
          </a:prstGeom>
          <a:solidFill>
            <a:schemeClr val="accent6">
              <a:lumMod val="75000"/>
            </a:schemeClr>
          </a:solidFill>
          <a:ln w="12700">
            <a:solidFill>
              <a:schemeClr val="accent6">
                <a:lumMod val="75000"/>
              </a:scheme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3255264" y="1170432"/>
            <a:ext cx="914400" cy="310896"/>
          </a:xfrm>
          <a:prstGeom prst="rect">
            <a:avLst/>
          </a:prstGeom>
          <a:solidFill>
            <a:schemeClr val="accent6">
              <a:lumMod val="75000"/>
            </a:schemeClr>
          </a:solidFill>
          <a:ln w="12700">
            <a:solidFill>
              <a:schemeClr val="accent6">
                <a:lumMod val="75000"/>
              </a:scheme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3255264" y="1170432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CORONAL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255264" y="1618488"/>
            <a:ext cx="23500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Cerebellum Below Cerebrum (UD check)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255264" y="2240280"/>
            <a:ext cx="256032" cy="256032"/>
          </a:xfrm>
          <a:prstGeom prst="ellipse">
            <a:avLst/>
          </a:prstGeom>
          <a:solidFill>
            <a:schemeClr val="accent6">
              <a:lumMod val="75000"/>
            </a:schemeClr>
          </a:solidFill>
          <a:ln w="12700">
            <a:solidFill>
              <a:schemeClr val="accent6">
                <a:lumMod val="75000"/>
              </a:schemeClr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3255264" y="224028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584448" y="2240280"/>
            <a:ext cx="202082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rotation criterion as axial: top-heavy mask + maximum symmetry score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255264" y="3017520"/>
            <a:ext cx="256032" cy="256032"/>
          </a:xfrm>
          <a:prstGeom prst="ellipse">
            <a:avLst/>
          </a:prstGeom>
          <a:solidFill>
            <a:schemeClr val="accent6">
              <a:lumMod val="75000"/>
            </a:schemeClr>
          </a:solidFill>
          <a:ln w="12700">
            <a:solidFill>
              <a:schemeClr val="accent6">
                <a:lumMod val="75000"/>
              </a:scheme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3255264" y="301752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584448" y="3017520"/>
            <a:ext cx="202082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Additional UD flip check: locate the second-largest blob (cerebellum)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255264" y="3794760"/>
            <a:ext cx="256032" cy="256032"/>
          </a:xfrm>
          <a:prstGeom prst="ellipse">
            <a:avLst/>
          </a:prstGeom>
          <a:solidFill>
            <a:schemeClr val="accent6">
              <a:lumMod val="75000"/>
            </a:schemeClr>
          </a:solidFill>
          <a:ln w="12700">
            <a:solidFill>
              <a:schemeClr val="accent6">
                <a:lumMod val="75000"/>
              </a:scheme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3255264" y="379476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3584448" y="3794760"/>
            <a:ext cx="202082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cerebellum centroid is in the upper half → flip vertically so it lands below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5934456" y="1005840"/>
            <a:ext cx="2606040" cy="3657600"/>
          </a:xfrm>
          <a:prstGeom prst="rect">
            <a:avLst/>
          </a:prstGeom>
          <a:solidFill>
            <a:srgbClr val="1A1A1A"/>
          </a:solidFill>
          <a:ln w="1270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5934456" y="1005840"/>
            <a:ext cx="2606040" cy="54864"/>
          </a:xfrm>
          <a:prstGeom prst="rect">
            <a:avLst/>
          </a:prstGeom>
          <a:solidFill>
            <a:schemeClr val="accent6">
              <a:lumMod val="75000"/>
            </a:schemeClr>
          </a:solidFill>
          <a:ln w="12700">
            <a:solidFill>
              <a:schemeClr val="accent6">
                <a:lumMod val="75000"/>
              </a:scheme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6062472" y="1170432"/>
            <a:ext cx="914400" cy="310896"/>
          </a:xfrm>
          <a:prstGeom prst="rect">
            <a:avLst/>
          </a:prstGeom>
          <a:solidFill>
            <a:schemeClr val="accent6">
              <a:lumMod val="75000"/>
            </a:schemeClr>
          </a:solidFill>
          <a:ln w="12700">
            <a:solidFill>
              <a:schemeClr val="accent6">
                <a:lumMod val="75000"/>
              </a:scheme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6062472" y="1170432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SAGITTAL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062472" y="1618488"/>
            <a:ext cx="23500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Cerebellum Bottom-Right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6062472" y="2240280"/>
            <a:ext cx="256032" cy="256032"/>
          </a:xfrm>
          <a:prstGeom prst="ellipse">
            <a:avLst/>
          </a:prstGeom>
          <a:solidFill>
            <a:schemeClr val="accent6">
              <a:lumMod val="75000"/>
            </a:schemeClr>
          </a:solidFill>
          <a:ln w="12700">
            <a:solidFill>
              <a:schemeClr val="accent6">
                <a:lumMod val="75000"/>
              </a:scheme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6062472" y="224028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6391656" y="2240280"/>
            <a:ext cx="202082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orientation via NCC against MNI152 atlas across all 8 transforms (4 rotations × 2 flips)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6062472" y="3017520"/>
            <a:ext cx="256032" cy="256032"/>
          </a:xfrm>
          <a:prstGeom prst="ellipse">
            <a:avLst/>
          </a:prstGeom>
          <a:solidFill>
            <a:schemeClr val="accent6">
              <a:lumMod val="75000"/>
            </a:schemeClr>
          </a:solidFill>
          <a:ln w="12700">
            <a:solidFill>
              <a:schemeClr val="accent6">
                <a:lumMod val="75000"/>
              </a:scheme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6062472" y="301752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6391656" y="3017520"/>
            <a:ext cx="202082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 tiebreaker: pick orientation where cerebellum scores highest in bottom-right quadrant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6062472" y="3794760"/>
            <a:ext cx="256032" cy="256032"/>
          </a:xfrm>
          <a:prstGeom prst="ellipse">
            <a:avLst/>
          </a:prstGeom>
          <a:solidFill>
            <a:schemeClr val="accent6">
              <a:lumMod val="75000"/>
            </a:schemeClr>
          </a:solidFill>
          <a:ln w="12700">
            <a:solidFill>
              <a:schemeClr val="accent6">
                <a:lumMod val="75000"/>
              </a:scheme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6062472" y="379476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6391656" y="3794760"/>
            <a:ext cx="202082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UD tiebreaker: ensure cerebellum centroid sits in the lower half of the frame</a:t>
            </a:r>
            <a:endParaRPr lang="en-US" sz="950" dirty="0"/>
          </a:p>
        </p:txBody>
      </p:sp>
      <p:sp>
        <p:nvSpPr>
          <p:cNvPr id="45" name="Shape 20">
            <a:extLst>
              <a:ext uri="{FF2B5EF4-FFF2-40B4-BE49-F238E27FC236}">
                <a16:creationId xmlns:a16="http://schemas.microsoft.com/office/drawing/2014/main" id="{E2D9AF70-0BA3-3C5A-CA0A-37C725B3BD66}"/>
              </a:ext>
            </a:extLst>
          </p:cNvPr>
          <p:cNvSpPr/>
          <p:nvPr/>
        </p:nvSpPr>
        <p:spPr>
          <a:xfrm>
            <a:off x="448056" y="2313432"/>
            <a:ext cx="256032" cy="256032"/>
          </a:xfrm>
          <a:prstGeom prst="ellipse">
            <a:avLst/>
          </a:prstGeom>
          <a:solidFill>
            <a:schemeClr val="accent6">
              <a:lumMod val="75000"/>
            </a:schemeClr>
          </a:solidFill>
          <a:ln w="12700">
            <a:solidFill>
              <a:schemeClr val="accent6">
                <a:lumMod val="75000"/>
              </a:schemeClr>
            </a:solidFill>
            <a:prstDash val="solid"/>
          </a:ln>
        </p:spPr>
        <p:txBody>
          <a:bodyPr/>
          <a:lstStyle/>
          <a:p>
            <a:r>
              <a:rPr lang="en-US" sz="900" dirty="0">
                <a:solidFill>
                  <a:schemeClr val="bg1"/>
                </a:solidFill>
              </a:rPr>
              <a:t>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— Quantitative Metrics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960120"/>
            <a:ext cx="1920240" cy="1508760"/>
          </a:xfrm>
          <a:prstGeom prst="rect">
            <a:avLst/>
          </a:prstGeom>
          <a:solidFill>
            <a:srgbClr val="1A1A1A"/>
          </a:solidFill>
          <a:ln w="1270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1920240" cy="4572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12700">
            <a:solidFill>
              <a:schemeClr val="accent6">
                <a:lumMod val="40000"/>
                <a:lumOff val="60000"/>
              </a:scheme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75488" y="1069848"/>
            <a:ext cx="17007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Coronal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75488" y="1307592"/>
            <a:ext cx="17007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0.843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475488" y="1874520"/>
            <a:ext cx="17007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75488" y="2103120"/>
            <a:ext cx="17007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HD 0.103   NCC 0.572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514600" y="960120"/>
            <a:ext cx="1920240" cy="1508760"/>
          </a:xfrm>
          <a:prstGeom prst="rect">
            <a:avLst/>
          </a:prstGeom>
          <a:solidFill>
            <a:srgbClr val="1A1A1A"/>
          </a:solidFill>
          <a:ln w="1270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514600" y="960120"/>
            <a:ext cx="1920240" cy="4572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12700">
            <a:solidFill>
              <a:schemeClr val="accent6">
                <a:lumMod val="40000"/>
                <a:lumOff val="60000"/>
              </a:scheme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624328" y="1069848"/>
            <a:ext cx="17007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Sagittal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624328" y="1307592"/>
            <a:ext cx="17007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0.775</a:t>
            </a:r>
            <a:endParaRPr lang="en-US" sz="3800" dirty="0"/>
          </a:p>
        </p:txBody>
      </p:sp>
      <p:sp>
        <p:nvSpPr>
          <p:cNvPr id="13" name="Text 11"/>
          <p:cNvSpPr/>
          <p:nvPr/>
        </p:nvSpPr>
        <p:spPr>
          <a:xfrm>
            <a:off x="2624328" y="1874520"/>
            <a:ext cx="17007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624328" y="2103120"/>
            <a:ext cx="17007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HD 0.171   NCC 0.435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663440" y="960120"/>
            <a:ext cx="1920240" cy="1508760"/>
          </a:xfrm>
          <a:prstGeom prst="rect">
            <a:avLst/>
          </a:prstGeom>
          <a:solidFill>
            <a:srgbClr val="1A1A1A"/>
          </a:solidFill>
          <a:ln w="1270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663440" y="960120"/>
            <a:ext cx="1920240" cy="4572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12700">
            <a:solidFill>
              <a:schemeClr val="accent6">
                <a:lumMod val="40000"/>
                <a:lumOff val="60000"/>
              </a:scheme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773168" y="1069848"/>
            <a:ext cx="17007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Axial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773168" y="1307592"/>
            <a:ext cx="17007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0.884</a:t>
            </a:r>
            <a:endParaRPr lang="en-US" sz="3800" dirty="0"/>
          </a:p>
        </p:txBody>
      </p:sp>
      <p:sp>
        <p:nvSpPr>
          <p:cNvPr id="19" name="Text 17"/>
          <p:cNvSpPr/>
          <p:nvPr/>
        </p:nvSpPr>
        <p:spPr>
          <a:xfrm>
            <a:off x="4773168" y="1874520"/>
            <a:ext cx="17007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773168" y="2103120"/>
            <a:ext cx="17007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HD 0.063   NCC 0.775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812280" y="960120"/>
            <a:ext cx="1920240" cy="1508760"/>
          </a:xfrm>
          <a:prstGeom prst="rect">
            <a:avLst/>
          </a:prstGeom>
          <a:solidFill>
            <a:srgbClr val="1A1A1A"/>
          </a:solidFill>
          <a:ln w="1270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6812280" y="960120"/>
            <a:ext cx="1920240" cy="45720"/>
          </a:xfrm>
          <a:prstGeom prst="rect">
            <a:avLst/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922008" y="1069848"/>
            <a:ext cx="17007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922008" y="1307592"/>
            <a:ext cx="17007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0.834</a:t>
            </a:r>
            <a:endParaRPr lang="en-US" sz="3800" dirty="0"/>
          </a:p>
        </p:txBody>
      </p:sp>
      <p:sp>
        <p:nvSpPr>
          <p:cNvPr id="25" name="Text 23"/>
          <p:cNvSpPr/>
          <p:nvPr/>
        </p:nvSpPr>
        <p:spPr>
          <a:xfrm>
            <a:off x="6922008" y="1874520"/>
            <a:ext cx="17007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Dice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922008" y="2103120"/>
            <a:ext cx="17007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HD 0.112   NCC 0.594</a:t>
            </a:r>
            <a:endParaRPr lang="en-US" sz="90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34901368"/>
              </p:ext>
            </p:extLst>
          </p:nvPr>
        </p:nvGraphicFramePr>
        <p:xfrm>
          <a:off x="365760" y="2651760"/>
          <a:ext cx="8412480" cy="2194560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3891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Axis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Dice ↑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HD_norm 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NCC ↑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Latency (ms)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Coronal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AAAA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0.843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0.103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0.572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AAAA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~185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Sagittal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AAAA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0.775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0.171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0.435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AAAA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~175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Axial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AAAA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0.884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0.063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0.775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AAAA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~190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chemeClr val="accent6">
                              <a:lumMod val="40000"/>
                              <a:lumOff val="60000"/>
                            </a:schemeClr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Overall</a:t>
                      </a:r>
                      <a:endParaRPr lang="en-US" sz="1100" dirty="0"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AAAA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chemeClr val="accent6">
                              <a:lumMod val="40000"/>
                              <a:lumOff val="60000"/>
                            </a:schemeClr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0.834</a:t>
                      </a:r>
                      <a:endParaRPr lang="en-US" sz="1100" dirty="0"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chemeClr val="accent6">
                              <a:lumMod val="40000"/>
                              <a:lumOff val="60000"/>
                            </a:schemeClr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0.112</a:t>
                      </a:r>
                      <a:endParaRPr lang="en-US" sz="1100" dirty="0"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chemeClr val="accent6">
                              <a:lumMod val="40000"/>
                              <a:lumOff val="60000"/>
                            </a:schemeClr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0.594</a:t>
                      </a:r>
                      <a:endParaRPr lang="en-US" sz="1100" dirty="0"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AAAA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~183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Grid — Coronal</a:t>
            </a:r>
            <a:endParaRPr lang="en-US" sz="24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25A0CAE-8B20-F410-26A0-55242F3C60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16029" y="840240"/>
            <a:ext cx="4711942" cy="393085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Grid — Sagittal</a:t>
            </a:r>
            <a:endParaRPr lang="en-US" sz="2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EF462D4-3FCA-E4B5-3545-84AE0976A7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87452" y="758952"/>
            <a:ext cx="4769095" cy="404515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Grid — Axial</a:t>
            </a:r>
            <a:endParaRPr lang="en-US" sz="2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433286C-2125-3BA6-2A2D-CFAF271973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71576" y="758952"/>
            <a:ext cx="4800847" cy="402610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378</Words>
  <Application>Microsoft Office PowerPoint</Application>
  <PresentationFormat>On-screen Show (16:9)</PresentationFormat>
  <Paragraphs>100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Human Brain Slice Reorientation Pipeline</dc:title>
  <dc:subject>PptxGenJS Presentation</dc:subject>
  <dc:creator>PptxGenJS</dc:creator>
  <cp:lastModifiedBy>Fatima  Nauman</cp:lastModifiedBy>
  <cp:revision>3</cp:revision>
  <dcterms:created xsi:type="dcterms:W3CDTF">2026-06-05T21:27:31Z</dcterms:created>
  <dcterms:modified xsi:type="dcterms:W3CDTF">2026-06-05T21:49:04Z</dcterms:modified>
</cp:coreProperties>
</file>