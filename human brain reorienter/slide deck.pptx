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0" d="100"/>
          <a:sy n="60" d="100"/>
        </p:scale>
        <p:origin x="1460" y="4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4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1645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Brain Slice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Reorientation Pipeline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Pipeline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1554480" cy="32918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554480" cy="54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84048" y="10972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84048" y="155448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Normalise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2057400"/>
            <a:ext cx="1335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/ TIFF / CZI → float32 [0,1]. Polarity detection: compare central vs corner medians to determine if tissue is bright or dark.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11680" y="960120"/>
            <a:ext cx="1554480" cy="32918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0" y="960120"/>
            <a:ext cx="1554480" cy="54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2121408" y="10972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2121408" y="155448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Mask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21408" y="2057400"/>
            <a:ext cx="1335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threshold (fallback Otsu), morphological closing, fill holes. Keep up to 3 largest connected components.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49040" y="960120"/>
            <a:ext cx="1554480" cy="32918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960120"/>
            <a:ext cx="1554480" cy="54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58768" y="10972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858768" y="155448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Match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58768" y="2057400"/>
            <a:ext cx="1335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MNI152NLin2009cAsym T1w atlas. 15–25 candidate slices per axis. Fast NCC pre-screen → top-3 → full per-rotation NCC.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0" y="960120"/>
            <a:ext cx="1554480" cy="32918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0" y="960120"/>
            <a:ext cx="1554480" cy="54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596128" y="10972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96128" y="155448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Rotation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96128" y="2057400"/>
            <a:ext cx="1335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90° rotation: symmetry score + top-wider-than-bottom criterion. Best-scoring rotation kept.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23760" y="960120"/>
            <a:ext cx="1554480" cy="32918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23760" y="960120"/>
            <a:ext cx="1554480" cy="54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33488" y="10972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7333488" y="155448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Resolve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33488" y="2057400"/>
            <a:ext cx="1335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Coronal/axial: geometric landmark (top-heavy + symmetric). Sagittal: NCC + cerebellum bottom-right landmark check.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Landmarks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260604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06040" cy="54864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9684" y="1176528"/>
            <a:ext cx="914400" cy="31089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8056" y="1618488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Top-Heavy Brain + Bilateral Symmetry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90° rotation by whether top half is wider than bottom (cerebrum &gt; cerebellum)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8056" y="301752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01752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top-heavy candidates, pick the rotation with highest bilateral symmetry score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" y="379476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48056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79476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flip step: axial views are left–right symmetric by convention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27248" y="1005840"/>
            <a:ext cx="260604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127248" y="1005840"/>
            <a:ext cx="2606040" cy="54864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55264" y="1170432"/>
            <a:ext cx="914400" cy="310896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55264" y="11704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55264" y="1618488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Cerebellum Below Cerebrum (UD check)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55264" y="224028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255264" y="2240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84448" y="224028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rotation criterion as axial: top-heavy mask + maximum symmetry score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55264" y="301752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55264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584448" y="301752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UD flip check: locate the second-largest blob (cerebellum)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55264" y="379476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55264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584448" y="379476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cerebellum centroid is in the upper half → flip vertically so it lands below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34456" y="1005840"/>
            <a:ext cx="260604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934456" y="1005840"/>
            <a:ext cx="2606040" cy="54864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62472" y="1170432"/>
            <a:ext cx="914400" cy="310896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62472" y="11704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62472" y="1618488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Cerebellum Bottom-Right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62472" y="224028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062472" y="2240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91656" y="224028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orientation via NCC against MNI152 atlas across all 8 transforms (4 rotations × 2 flips)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62472" y="301752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062472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91656" y="301752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tiebreaker: pick orientation where cerebellum scores highest in bottom-right quadrant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62472" y="3794760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062472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91656" y="3794760"/>
            <a:ext cx="2020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 tiebreaker: ensure cerebellum centroid sits in the lower half of the frame</a:t>
            </a:r>
            <a:endParaRPr lang="en-US" sz="950" dirty="0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E2D9AF70-0BA3-3C5A-CA0A-37C725B3BD66}"/>
              </a:ext>
            </a:extLst>
          </p:cNvPr>
          <p:cNvSpPr/>
          <p:nvPr/>
        </p:nvSpPr>
        <p:spPr>
          <a:xfrm>
            <a:off x="448056" y="2313432"/>
            <a:ext cx="256032" cy="256032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r>
              <a:rPr lang="en-US" sz="900" dirty="0">
                <a:solidFill>
                  <a:schemeClr val="bg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Quantitative Metrics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1920240" cy="150876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1920240" cy="457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5488" y="10698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1307592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21031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0.103   NCC 0.572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960120"/>
            <a:ext cx="1920240" cy="150876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14600" y="960120"/>
            <a:ext cx="1920240" cy="457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24328" y="10698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24328" y="1307592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0.775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2624328" y="18745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24328" y="21031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0.171   NCC 0.435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20240" cy="150876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960120"/>
            <a:ext cx="1920240" cy="457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10698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73168" y="1307592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0.884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773168" y="18745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73168" y="21031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0.063   NCC 0.775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2280" y="960120"/>
            <a:ext cx="1920240" cy="150876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12280" y="960120"/>
            <a:ext cx="19202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22008" y="10698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22008" y="1307592"/>
            <a:ext cx="1700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0.834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6922008" y="18745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22008" y="21031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0.112   NCC 0.594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901368"/>
              </p:ext>
            </p:extLst>
          </p:nvPr>
        </p:nvGraphicFramePr>
        <p:xfrm>
          <a:off x="365760" y="2651760"/>
          <a:ext cx="8412480" cy="21945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HD_norm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 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Sagittal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</a:t>
                      </a:r>
                      <a:endParaRPr lang="en-US" sz="11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1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accent6">
                              <a:lumMod val="40000"/>
                              <a:lumOff val="6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0.594</a:t>
                      </a:r>
                      <a:endParaRPr lang="en-US" sz="1100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AAAA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Coronal</a:t>
            </a: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A0CAE-8B20-F410-26A0-55242F3C6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029" y="840240"/>
            <a:ext cx="4711942" cy="39308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Sagittal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F462D4-3FCA-E4B5-3545-84AE0976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52" y="758952"/>
            <a:ext cx="4769095" cy="4045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Grid — Axial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33286C-2125-3BA6-2A2D-CFAF27197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576" y="758952"/>
            <a:ext cx="4800847" cy="40261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378</Words>
  <Application>Microsoft Office PowerPoint</Application>
  <PresentationFormat>On-screen Show (16:9)</PresentationFormat>
  <Paragraphs>100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Brain Slice Reorientation Pipeline</dc:title>
  <dc:subject>PptxGenJS Presentation</dc:subject>
  <dc:creator>PptxGenJS</dc:creator>
  <cp:lastModifiedBy>Fatima  Nauman</cp:lastModifiedBy>
  <cp:revision>3</cp:revision>
  <dcterms:created xsi:type="dcterms:W3CDTF">2026-06-05T21:27:31Z</dcterms:created>
  <dcterms:modified xsi:type="dcterms:W3CDTF">2026-06-05T21:49:04Z</dcterms:modified>
</cp:coreProperties>
</file>