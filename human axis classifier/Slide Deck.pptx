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994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AXIS CLASSIFIER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Brain Axis Classifier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Atlas-trained orientation prediction for human brain slices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25400">
            <a:solidFill>
              <a:srgbClr val="7FA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25912" y="59436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242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entirely on a single synthetic atlas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images were used during training. Every training example comes from one MNI152 reference brain, sliced and augmented — yet the model is evaluated on real, unseen patient scans.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2788920" cy="19659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MNI152 atlas volume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5021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T1w reference brain (193 × 229 × 193), oriented to RAS and split into coronal / axial / sagittal dimensions.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30861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0" y="2331720"/>
            <a:ext cx="2788920" cy="19659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4340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Evenly-spaced slicing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35021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slices sampled per axis (270 total), skipping the outer 5% on each side to avoid empty edge slices.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49440" y="30861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06640" y="2331720"/>
            <a:ext cx="2788920" cy="196596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35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35240" y="30175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deterministic augmentation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35240" y="350215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slice rotated (0°/90°/180°/270°) and mirrored — 270 slices become 2,160 training images.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4617720"/>
            <a:ext cx="10515600" cy="77724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46177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2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any dependency on labelled patient data for training — the model generalises from one anatomical reference to real-world scan orientation.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&amp; training configuration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2395728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7373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210312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320×320 RGB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(grayscale → 3-channel)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23260" y="210769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395728" cy="1417320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47872" y="17373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47872" y="210312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ConvNeXt-Tiny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ImageNet-pretrained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83580" y="210769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600200"/>
            <a:ext cx="2395728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08192" y="17373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08192" y="210312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Dropout(0.4) → Linear(128)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GELU → Dropout(0.2) → Linear(3)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343900" y="2107692"/>
            <a:ext cx="164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600200"/>
            <a:ext cx="2395728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68512" y="17373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68512" y="210312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3-class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Coronal / Sagittal / Axial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383280"/>
            <a:ext cx="2395728" cy="18745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7552" y="354787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87552" y="3913632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Head-only for 4 epochs, then unfreeze top 50% of the backbone at epoch 5.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383280"/>
            <a:ext cx="2395728" cy="18745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47872" y="354787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47872" y="3913632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lr 5e-4 → 1e-5 on unfreeze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(patience 3)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0" y="3383280"/>
            <a:ext cx="2395728" cy="18745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08192" y="354787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08192" y="3913632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(3-class)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clipping, max norm 1.0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03920" y="3383280"/>
            <a:ext cx="2395728" cy="18745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68512" y="3547872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68512" y="3913632"/>
            <a:ext cx="2066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slices only — no real patient images. 8× rotation/flip augmentation, no real-world transforms.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Eight-variant deterministic augmentation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atlas slice is expanded into 8 fixed variants — 4 rotations × mirrored / not mirrored — rather than randomly sampled transforms. No flips are applied at inference; orientation is axis-sensitive.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57300" y="2674620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41448" y="2240280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2875788" y="2674620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41448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 mirrored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59936" y="2240280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rot="5400000">
            <a:off x="4494276" y="2674620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59936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78424" y="2240280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rot="5400000" flipH="1">
            <a:off x="6112764" y="2674620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78424" y="33101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 mirrored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858768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rot="10800000">
            <a:off x="1257300" y="4293108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41448" y="3858768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 rot="10800000" flipH="1">
            <a:off x="2875788" y="4293108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441448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 mirrored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59936" y="3858768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16200000">
            <a:off x="4494276" y="4293108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59936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78424" y="3858768"/>
            <a:ext cx="1417320" cy="141732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16200000" flipH="1">
            <a:off x="6112764" y="4293108"/>
            <a:ext cx="548640" cy="548640"/>
          </a:xfrm>
          <a:prstGeom prst="rtTriangle">
            <a:avLst/>
          </a:prstGeom>
          <a:solidFill>
            <a:srgbClr val="7FA8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78424" y="492861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270° mirrored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25512" y="2240280"/>
            <a:ext cx="3840480" cy="3035808"/>
          </a:xfrm>
          <a:prstGeom prst="rect">
            <a:avLst/>
          </a:prstGeom>
          <a:solidFill>
            <a:srgbClr val="1B2630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99832" y="2468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799832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slices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 per axis)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99832" y="3657600"/>
            <a:ext cx="3291840" cy="0"/>
          </a:xfrm>
          <a:prstGeom prst="line">
            <a:avLst/>
          </a:prstGeom>
          <a:noFill/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99832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2,160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799832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augmentation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evaluation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real patient images  ·  zero overlap with atlas training data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828800" cy="114300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688" y="19842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96.49%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32688" y="25877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1874520"/>
            <a:ext cx="1828800" cy="114300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90088" y="19842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275 / 285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90088" y="25877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predictions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874520"/>
            <a:ext cx="1828800" cy="114300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47488" y="19842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47488" y="25877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95160" y="1874520"/>
            <a:ext cx="1828800" cy="114300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04888" y="19842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04888" y="25877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1874520"/>
            <a:ext cx="1828800" cy="1143000"/>
          </a:xfrm>
          <a:prstGeom prst="rect">
            <a:avLst/>
          </a:prstGeom>
          <a:solidFill>
            <a:srgbClr val="131415"/>
          </a:solidFill>
          <a:ln w="12700">
            <a:solidFill>
              <a:srgbClr val="2C2E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62288" y="1984248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0.0365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62288" y="25877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std. dev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precision &amp; recall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703320"/>
          <a:ext cx="4937760" cy="15361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Sagittal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626364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(rows = true, cols = predicted)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703320"/>
          <a:ext cx="4572000" cy="153619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A8C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A8AC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2F2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2E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F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A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grid — true / predicted class and confidence for representative test slices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07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67FC89-C129-A5ED-7422-10530BEC01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8"/>
          <a:stretch>
            <a:fillRect/>
          </a:stretch>
        </p:blipFill>
        <p:spPr>
          <a:xfrm>
            <a:off x="2540645" y="1737360"/>
            <a:ext cx="7537430" cy="47679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459</Words>
  <Application>Microsoft Office PowerPoint</Application>
  <PresentationFormat>Widescreen</PresentationFormat>
  <Paragraphs>119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Brain Axis Classifier — v2</dc:title>
  <dc:subject>PptxGenJS Presentation</dc:subject>
  <dc:creator>Human Axis Project</dc:creator>
  <cp:lastModifiedBy>Fatima  Nauman</cp:lastModifiedBy>
  <cp:revision>2</cp:revision>
  <dcterms:created xsi:type="dcterms:W3CDTF">2026-06-19T10:51:30Z</dcterms:created>
  <dcterms:modified xsi:type="dcterms:W3CDTF">2026-06-19T10:54:31Z</dcterms:modified>
</cp:coreProperties>
</file>