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3" d="100"/>
          <a:sy n="73" d="100"/>
        </p:scale>
        <p:origin x="108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005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6591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Brain Slice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Reorientation Pipeline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609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Pipeline 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04800" y="178841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04800" y="216941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Normalise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4800" y="2571750"/>
            <a:ext cx="141732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4800" y="2663190"/>
            <a:ext cx="1572768" cy="1193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/ TIFF / CZI → float32 [0,1]. Polarity detection: compare central vs corner medians to determine if tissue is bright or dark.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914144" y="2370582"/>
            <a:ext cx="10972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060448" y="177622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2060448" y="216941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Mask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60448" y="2571750"/>
            <a:ext cx="141732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60448" y="2663190"/>
            <a:ext cx="1572768" cy="110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threshold (fallback Otsu), morphological closing, fill holes. Keep up to 3 largest connected components.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69792" y="2370582"/>
            <a:ext cx="10972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16096" y="177622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3816096" y="216941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Match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16096" y="2571750"/>
            <a:ext cx="141732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16096" y="2663190"/>
            <a:ext cx="1572768" cy="110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 candidate atlas slices per axis. Fast NCC pre-screen → top-3 → full per-rotation NCC. Return best-matching atlas slice.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25440" y="2370582"/>
            <a:ext cx="10972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71744" y="177622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571744" y="216941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Rotation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71744" y="2571750"/>
            <a:ext cx="141732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571744" y="2663190"/>
            <a:ext cx="1572768" cy="110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90° rotation: 0.7 × cos(PCA angle residual) + 0.3 × NCC. Winner recorded with NCC margin over 2nd-best.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81088" y="2370582"/>
            <a:ext cx="10972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27392" y="177622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27392" y="216941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Resolve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7392" y="2571750"/>
            <a:ext cx="141732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27392" y="2663190"/>
            <a:ext cx="1572768" cy="110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Coronal/axial: test none / lr / ud / both flips against atlas via NCC. Sagittal: shape-adaptive landmark module, no atlas rotation step (see next slide).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5661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 Flip Resolution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 slices are near-bilaterally symmetric. A left-hemisphere and right-hemisphere slice produce almost identical NCC scores against the same average atlas.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Flipping left↔right changes little in intensity — the atlas carries no strong laterality signal.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NCC-based flip resolution is unreliable for sagittal views — the fix now skips atlas comparison for this axis entirely and reasons from tissue shape instead.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480560" y="1188720"/>
            <a:ext cx="0" cy="356616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63440" y="1234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Shape-Adaptive Landmark Module</a:t>
            </a:r>
            <a:endParaRPr lang="en-US" sz="13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663440" y="147370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956048" y="1664208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shape: the mask’s short/long-axis aspect ratio sorts each slice into “circle” (aspect &gt; 0.62) or “elongated” — each routed to its own landmark logic.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0" y="213207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956048" y="2322576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Elongated: split the tissue at its narrowest “neck” (watershed) to isolate the cerebellum blob, falling back to end-to-end texture contrast if the split fails.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279044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56048" y="2980944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Circle: locate an internal circular structure via radial-symmetry transform (edge voting, ring count, grain penalty).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landmark found is flipped left-right onto the right side of the frame.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63440" y="34488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56048" y="36393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Wider-half-on-top check: PCA splits the mask into top/bottom halves and compares cross-sectional width.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41071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4956048" y="429768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narrower half is flipped to the bottom; circle slices use a mean-width tiebreaker when the margin is small.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Quantitative Metrics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029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0.103   NCC 0.572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77440" y="1143000"/>
            <a:ext cx="0" cy="146304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1188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536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2029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0" y="22860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0.171   NCC 0.435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80560" y="1143000"/>
            <a:ext cx="0" cy="146304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1188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1536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63440" y="2029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63440" y="22860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0.063   NCC 0.775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1143000"/>
            <a:ext cx="0" cy="146304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66560" y="1188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66560" y="1536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766560" y="2029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0.112   NCC 0.594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8229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1874520" y="2788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2423160" y="27889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↑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3474720" y="27889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HD_norm ↓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26280" y="27889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 ↑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4068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(ms)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02920" y="3108960"/>
            <a:ext cx="630936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87452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423160" y="3200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74720" y="3200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26280" y="3200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4068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874520" y="35021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23160" y="3502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0.775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4720" y="3502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26280" y="3502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40680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~173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292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874520" y="3803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423160" y="38039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74720" y="38039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2628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406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~193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2920" y="4105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874520" y="4105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2423160" y="410565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74720" y="410565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0.112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26280" y="41056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440680" y="4105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038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Grid — Coronal</a:t>
            </a:r>
            <a:endParaRPr lang="en-US" sz="28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B64102A-F977-EC8D-035F-384CBA8AC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82040"/>
            <a:ext cx="4123027" cy="3657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6D6A4F-7BF4-8279-1904-6969C49DAC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9"/>
          <a:stretch>
            <a:fillRect/>
          </a:stretch>
        </p:blipFill>
        <p:spPr>
          <a:xfrm>
            <a:off x="4488787" y="1082040"/>
            <a:ext cx="4280673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Grid — Sagittal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EBA1D7-2C0A-F450-8D1A-92FC33BA1C69}"/>
              </a:ext>
            </a:extLst>
          </p:cNvPr>
          <p:cNvGrpSpPr/>
          <p:nvPr/>
        </p:nvGrpSpPr>
        <p:grpSpPr>
          <a:xfrm>
            <a:off x="319196" y="960120"/>
            <a:ext cx="8505608" cy="3711795"/>
            <a:chOff x="319196" y="960120"/>
            <a:chExt cx="8505608" cy="371179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0175F7F-59B4-E63F-26FA-E3825537E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3296"/>
            <a:stretch>
              <a:fillRect/>
            </a:stretch>
          </p:blipFill>
          <p:spPr>
            <a:xfrm>
              <a:off x="319196" y="960122"/>
              <a:ext cx="4308766" cy="3711793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7F8343-E85E-689A-5B09-136BCDEB7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85"/>
            <a:stretch>
              <a:fillRect/>
            </a:stretch>
          </p:blipFill>
          <p:spPr>
            <a:xfrm>
              <a:off x="4627962" y="960120"/>
              <a:ext cx="4196842" cy="37117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9776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Grid — Axial</a:t>
            </a:r>
            <a:endParaRPr lang="en-US" sz="2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EAD6906-AFC7-B025-2B9F-12A09AEB1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30136"/>
            <a:ext cx="4127200" cy="354810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0690586-9866-89A6-7E31-CBA0DD128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2960" y="1130135"/>
            <a:ext cx="4026963" cy="35481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469</Words>
  <Application>Microsoft Office PowerPoint</Application>
  <PresentationFormat>On-screen Show (16:9)</PresentationFormat>
  <Paragraphs>94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Fatima  Nauman</cp:lastModifiedBy>
  <cp:revision>4</cp:revision>
  <dcterms:created xsi:type="dcterms:W3CDTF">2026-06-04T08:47:11Z</dcterms:created>
  <dcterms:modified xsi:type="dcterms:W3CDTF">2026-07-07T08:33:53Z</dcterms:modified>
</cp:coreProperties>
</file>