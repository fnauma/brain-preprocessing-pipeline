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8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05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6591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Brain Slice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Reorientation Pipeline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09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04800" y="1788414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04800" y="216941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Normalise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4800" y="2571750"/>
            <a:ext cx="141732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4800" y="2663190"/>
            <a:ext cx="1572768" cy="1193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/ TIFF / CZI → float32 [0,1]. Polarity detection: compare central vs corner medians to determine if tissue is bright or dark.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14144" y="2370582"/>
            <a:ext cx="10972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60448" y="177622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060448" y="216941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Mask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60448" y="2571750"/>
            <a:ext cx="141732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60448" y="2663190"/>
            <a:ext cx="1572768" cy="110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threshold (fallback Otsu), morphological closing, fill holes. Keep up to 3 largest connected components.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69792" y="2370582"/>
            <a:ext cx="10972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16096" y="177622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16096" y="216941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16096" y="2571750"/>
            <a:ext cx="141732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16096" y="2663190"/>
            <a:ext cx="1572768" cy="110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candidate atlas slices per axis. Fast NCC pre-screen → top-3 → full per-rotation NCC. Return best-matching atlas slice.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25440" y="2370582"/>
            <a:ext cx="10972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1744" y="177622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71744" y="216941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Rotation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1744" y="2571750"/>
            <a:ext cx="141732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1744" y="2663190"/>
            <a:ext cx="1572768" cy="110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90° rotation: 0.7 × cos(PCA angle residual) + 0.3 × NCC. Winner recorded with NCC margin over 2nd-best.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81088" y="2370582"/>
            <a:ext cx="109728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27392" y="177622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27392" y="216941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Resolve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27392" y="2571750"/>
            <a:ext cx="141732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27392" y="2663190"/>
            <a:ext cx="1572768" cy="110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Coronal/axial: test none / lr / ud / both flips against atlas via NCC. Sagittal: geometric olfactory-bulb landmark (see next slide).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661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 Flip Resolution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 slices are near-bilaterally symmetric. A left-hemisphere and right-hemisphere slice produce almost identical NCC scores against the same average atlas.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Flipping left↔right changes little in intensity — the atlas carries no strong laterality signal.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NCC-based flip resolution is unreliable for sagittal views.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80560" y="1188720"/>
            <a:ext cx="0" cy="35661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Landmark: Olfactory Bulb</a:t>
            </a:r>
            <a:endParaRPr lang="en-US" sz="13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663440" y="1473708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956048" y="166420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contour (cv2.findContours) from tissue mask.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13207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956048" y="232257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convex hull → convexityDefects → find the deepest indentation point (deepest_pt) between hull and contour.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79044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56048" y="298094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(max_defect_depth / max(H,W))  ×  (dx × dy)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dx, dy are normalised coordinates of deepest_pt.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44881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56048" y="363931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after correct PCA rotation the olfactory bulb sits at the bottom-right corner. So the deepest concavity should land bottom-right. high dx AND high dy → large score.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41071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56048" y="42976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four orientations: none / rot180 / lr / rot180+lr. Highest score wins.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Quantitative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0.103   NCC 0.572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1143000"/>
            <a:ext cx="0" cy="146304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2029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0.171   NCC 0.435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1143000"/>
            <a:ext cx="0" cy="146304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2029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0.063   NCC 0.775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1143000"/>
            <a:ext cx="0" cy="146304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2029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0.112   NCC 0.594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1874520" y="2788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42316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↑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74720" y="27889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HD_norm ↓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2628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 ↑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4068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(ms)</a:t>
            </a:r>
            <a:endParaRPr lang="en-US" sz="1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3108960"/>
            <a:ext cx="63093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7452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23160" y="3200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3200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262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Sagittal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74520" y="35021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3502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0" y="3502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26280" y="3502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0680" y="3502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874520" y="38039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423160" y="3803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74720" y="38039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26280" y="3803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105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874520" y="4105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423160" y="4105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74720" y="41056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26280" y="41056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40680" y="4105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038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Coronal</a:t>
            </a:r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64102A-F977-EC8D-035F-384CBA8AC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82040"/>
            <a:ext cx="4123027" cy="36576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6D6A4F-7BF4-8279-1904-6969C49DAC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9"/>
          <a:stretch>
            <a:fillRect/>
          </a:stretch>
        </p:blipFill>
        <p:spPr>
          <a:xfrm>
            <a:off x="4488787" y="1082040"/>
            <a:ext cx="428067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Sagittal</a:t>
            </a:r>
            <a:endParaRPr lang="en-US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5D4C438-BA4F-76AD-4005-5FA043D46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36320"/>
            <a:ext cx="4390430" cy="361188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36ED3EF-E8E6-F0DD-8992-74F67A12C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190" y="1036320"/>
            <a:ext cx="4102726" cy="36118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977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Grid — Axial</a:t>
            </a:r>
            <a:endParaRPr lang="en-US" sz="2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EAD6906-AFC7-B025-2B9F-12A09AEB1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30136"/>
            <a:ext cx="4127200" cy="35481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0690586-9866-89A6-7E31-CBA0DD128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960" y="1130135"/>
            <a:ext cx="4026963" cy="3548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426</Words>
  <Application>Microsoft Office PowerPoint</Application>
  <PresentationFormat>On-screen Show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Fatima  Nauman</cp:lastModifiedBy>
  <cp:revision>3</cp:revision>
  <dcterms:created xsi:type="dcterms:W3CDTF">2026-06-04T08:47:11Z</dcterms:created>
  <dcterms:modified xsi:type="dcterms:W3CDTF">2026-06-04T09:07:08Z</dcterms:modified>
</cp:coreProperties>
</file>