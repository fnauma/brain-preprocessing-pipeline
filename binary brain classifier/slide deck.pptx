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56" r:id="rId3"/>
    <p:sldId id="257" r:id="rId4"/>
    <p:sldId id="258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5" d="100"/>
          <a:sy n="65" d="100"/>
        </p:scale>
        <p:origin x="132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8521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7B3D1-7B39-7BE7-8F18-D0DBC1FAD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E01941-C13E-CB7F-1EF2-70800C277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D12A6F-0E04-D19A-EBF8-4C8599072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B7527-8B93-0068-4DCD-C72E47E903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12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7C758-E425-F96E-B14B-CD320E71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9023E9-1A1E-14D9-0F40-C362596711E4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D7CFF"/>
          </a:solidFill>
          <a:ln w="12700">
            <a:solidFill>
              <a:srgbClr val="4D7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7FD369-DC1E-46C8-D2B9-B7C7FAB64403}"/>
              </a:ext>
            </a:extLst>
          </p:cNvPr>
          <p:cNvSpPr/>
          <p:nvPr/>
        </p:nvSpPr>
        <p:spPr>
          <a:xfrm>
            <a:off x="3040380" y="232029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Brain Classifier</a:t>
            </a:r>
            <a:endParaRPr lang="en-US" sz="26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FDA11493-17FC-690F-4AD6-E32D7EB53814}"/>
              </a:ext>
            </a:extLst>
          </p:cNvPr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31395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D7CFF"/>
          </a:solidFill>
          <a:ln w="12700">
            <a:solidFill>
              <a:srgbClr val="4D7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Brain Slice Classifier  ·  Human vs Mouse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0"/>
          </a:xfrm>
          <a:prstGeom prst="line">
            <a:avLst/>
          </a:prstGeom>
          <a:noFill/>
          <a:ln w="9525">
            <a:solidFill>
              <a:srgbClr val="2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0352" y="1508760"/>
            <a:ext cx="1828800" cy="1234440"/>
          </a:xfrm>
          <a:prstGeom prst="rect">
            <a:avLst/>
          </a:prstGeom>
          <a:solidFill>
            <a:srgbClr val="1C2030"/>
          </a:solidFill>
          <a:ln w="9525">
            <a:solidFill>
              <a:srgbClr val="2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98424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RGB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(grayscale→3ch)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95728" y="2125980"/>
            <a:ext cx="182880" cy="0"/>
          </a:xfrm>
          <a:prstGeom prst="line">
            <a:avLst/>
          </a:prstGeom>
          <a:noFill/>
          <a:ln w="12700">
            <a:solidFill>
              <a:srgbClr val="555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50592" y="19888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E70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15184" y="1508760"/>
            <a:ext cx="1828800" cy="1234440"/>
          </a:xfrm>
          <a:prstGeom prst="rect">
            <a:avLst/>
          </a:prstGeom>
          <a:solidFill>
            <a:srgbClr val="4D7CFF"/>
          </a:solidFill>
          <a:ln w="9525">
            <a:solidFill>
              <a:srgbClr val="4D7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15184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06624" y="198424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(pretrained, ImageNet)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80560" y="2125980"/>
            <a:ext cx="182880" cy="0"/>
          </a:xfrm>
          <a:prstGeom prst="line">
            <a:avLst/>
          </a:prstGeom>
          <a:noFill/>
          <a:ln w="12700">
            <a:solidFill>
              <a:srgbClr val="555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35424" y="19888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E70"/>
                </a:solidFill>
              </a:rPr>
              <a:t>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00016" y="1508760"/>
            <a:ext cx="1828800" cy="1234440"/>
          </a:xfrm>
          <a:prstGeom prst="rect">
            <a:avLst/>
          </a:prstGeom>
          <a:solidFill>
            <a:srgbClr val="1C2030"/>
          </a:solidFill>
          <a:ln w="9525">
            <a:solidFill>
              <a:srgbClr val="2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0016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91456" y="198424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Dropout(0.3) → Linear(64) → ReLU → Linear(1)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65392" y="2125980"/>
            <a:ext cx="182880" cy="0"/>
          </a:xfrm>
          <a:prstGeom prst="line">
            <a:avLst/>
          </a:prstGeom>
          <a:noFill/>
          <a:ln w="12700">
            <a:solidFill>
              <a:srgbClr val="555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20256" y="19888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E70"/>
                </a:solidFill>
              </a:rPr>
              <a:t>▶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84848" y="1508760"/>
            <a:ext cx="1828800" cy="1234440"/>
          </a:xfrm>
          <a:prstGeom prst="rect">
            <a:avLst/>
          </a:prstGeom>
          <a:solidFill>
            <a:srgbClr val="1C2030"/>
          </a:solidFill>
          <a:ln w="9525">
            <a:solidFill>
              <a:srgbClr val="2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84848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76288" y="198424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→ Binary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(Human / Mouse)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" y="3063240"/>
            <a:ext cx="1920240" cy="749808"/>
          </a:xfrm>
          <a:prstGeom prst="rect">
            <a:avLst/>
          </a:prstGeom>
          <a:solidFill>
            <a:srgbClr val="242A3A"/>
          </a:solidFill>
          <a:ln w="6350">
            <a:solidFill>
              <a:srgbClr val="2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313639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4360" y="335584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Head-only first (5 epochs)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unfreeze top-6 backbone blocks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69464" y="3063240"/>
            <a:ext cx="1920240" cy="749808"/>
          </a:xfrm>
          <a:prstGeom prst="rect">
            <a:avLst/>
          </a:prstGeom>
          <a:solidFill>
            <a:srgbClr val="242A3A"/>
          </a:solidFill>
          <a:ln w="6350">
            <a:solidFill>
              <a:srgbClr val="2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679192" y="313639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679192" y="335584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· lr 1e-3 → 1e-5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(patience 3)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54296" y="3063240"/>
            <a:ext cx="1920240" cy="749808"/>
          </a:xfrm>
          <a:prstGeom prst="rect">
            <a:avLst/>
          </a:prstGeom>
          <a:solidFill>
            <a:srgbClr val="242A3A"/>
          </a:solidFill>
          <a:ln w="6350">
            <a:solidFill>
              <a:srgbClr val="2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64024" y="313639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64024" y="335584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BCEWithLogitsLoss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739128" y="3063240"/>
            <a:ext cx="1920240" cy="749808"/>
          </a:xfrm>
          <a:prstGeom prst="rect">
            <a:avLst/>
          </a:prstGeom>
          <a:solidFill>
            <a:srgbClr val="242A3A"/>
          </a:solidFill>
          <a:ln w="6350">
            <a:solidFill>
              <a:srgbClr val="2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48856" y="313639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48856" y="335584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· Rotate 180° · ColorJitter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GaussianBlur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D7CFF"/>
          </a:solidFill>
          <a:ln w="12700">
            <a:solidFill>
              <a:srgbClr val="4D7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evaluation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0"/>
          </a:xfrm>
          <a:prstGeom prst="line">
            <a:avLst/>
          </a:prstGeom>
          <a:noFill/>
          <a:ln w="9525">
            <a:solidFill>
              <a:srgbClr val="2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1572768" cy="1097280"/>
          </a:xfrm>
          <a:prstGeom prst="rect">
            <a:avLst/>
          </a:prstGeom>
          <a:solidFill>
            <a:srgbClr val="1C2030"/>
          </a:solidFill>
          <a:ln w="9525">
            <a:solidFill>
              <a:srgbClr val="2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0.9909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95681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21408" y="1298448"/>
            <a:ext cx="1572768" cy="1097280"/>
          </a:xfrm>
          <a:prstGeom prst="rect">
            <a:avLst/>
          </a:prstGeom>
          <a:solidFill>
            <a:srgbClr val="1C2030"/>
          </a:solidFill>
          <a:ln w="9525">
            <a:solidFill>
              <a:srgbClr val="2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21408" y="14630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21408" y="195681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85616" y="1298448"/>
            <a:ext cx="1572768" cy="1097280"/>
          </a:xfrm>
          <a:prstGeom prst="rect">
            <a:avLst/>
          </a:prstGeom>
          <a:solidFill>
            <a:srgbClr val="1C2030"/>
          </a:solidFill>
          <a:ln w="9525">
            <a:solidFill>
              <a:srgbClr val="2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85616" y="14630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85616" y="195681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49824" y="1298448"/>
            <a:ext cx="1572768" cy="1097280"/>
          </a:xfrm>
          <a:prstGeom prst="rect">
            <a:avLst/>
          </a:prstGeom>
          <a:solidFill>
            <a:srgbClr val="1C2030"/>
          </a:solidFill>
          <a:ln w="9525">
            <a:solidFill>
              <a:srgbClr val="2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49824" y="14630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0.9909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49824" y="195681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14032" y="1298448"/>
            <a:ext cx="1572768" cy="1097280"/>
          </a:xfrm>
          <a:prstGeom prst="rect">
            <a:avLst/>
          </a:prstGeom>
          <a:solidFill>
            <a:srgbClr val="4D7CFF"/>
          </a:solidFill>
          <a:ln w="9525">
            <a:solidFill>
              <a:srgbClr val="4D7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14032" y="14630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14032" y="195681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4672" y="2606040"/>
            <a:ext cx="2377440" cy="822960"/>
          </a:xfrm>
          <a:prstGeom prst="rect">
            <a:avLst/>
          </a:prstGeom>
          <a:solidFill>
            <a:srgbClr val="242A3A"/>
          </a:solidFill>
          <a:ln w="6350">
            <a:solidFill>
              <a:srgbClr val="2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4672" y="2697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4672" y="30998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83280" y="2606040"/>
            <a:ext cx="2377440" cy="822960"/>
          </a:xfrm>
          <a:prstGeom prst="rect">
            <a:avLst/>
          </a:prstGeom>
          <a:solidFill>
            <a:srgbClr val="242A3A"/>
          </a:solidFill>
          <a:ln w="6350">
            <a:solidFill>
              <a:srgbClr val="2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83280" y="2697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0.0391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383280" y="30998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Loss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61888" y="2606040"/>
            <a:ext cx="2377440" cy="822960"/>
          </a:xfrm>
          <a:prstGeom prst="rect">
            <a:avLst/>
          </a:prstGeom>
          <a:solidFill>
            <a:srgbClr val="242A3A"/>
          </a:solidFill>
          <a:ln w="6350">
            <a:solidFill>
              <a:srgbClr val="2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61888" y="2697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961888" y="30998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0040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Per-axis accuracy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847403"/>
              </p:ext>
            </p:extLst>
          </p:nvPr>
        </p:nvGraphicFramePr>
        <p:xfrm>
          <a:off x="320040" y="3913632"/>
          <a:ext cx="4114800" cy="9448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7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7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7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0A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0A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0A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0A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Sagittal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0A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0A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0A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0A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0A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Text 29"/>
          <p:cNvSpPr/>
          <p:nvPr/>
        </p:nvSpPr>
        <p:spPr>
          <a:xfrm>
            <a:off x="4754880" y="4206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0.5  ·  0 = Human ·  1 = Mouse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D7CFF"/>
          </a:solidFill>
          <a:ln w="12700">
            <a:solidFill>
              <a:srgbClr val="4D7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grid — human and mouse brain slice examples</a:t>
            </a:r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0"/>
          </a:xfrm>
          <a:prstGeom prst="line">
            <a:avLst/>
          </a:prstGeom>
          <a:noFill/>
          <a:ln w="9525">
            <a:solidFill>
              <a:srgbClr val="2E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C6D779-9E82-41B4-18EB-DE1674CC4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09" y="1412796"/>
            <a:ext cx="8645982" cy="33332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165</Words>
  <Application>Microsoft Office PowerPoint</Application>
  <PresentationFormat>On-screen Show (16:9)</PresentationFormat>
  <Paragraphs>70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Fatima  Nauman</cp:lastModifiedBy>
  <cp:revision>3</cp:revision>
  <dcterms:created xsi:type="dcterms:W3CDTF">2026-04-18T09:05:09Z</dcterms:created>
  <dcterms:modified xsi:type="dcterms:W3CDTF">2026-04-18T09:35:16Z</dcterms:modified>
</cp:coreProperties>
</file>